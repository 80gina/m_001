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3E3028"/>
                </a:solidFill>
                <a:latin typeface="NanumGothic"/>
              </a:defRPr>
            </a:pPr>
            <a:r>
              <a:t>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65337"/>
                </a:solidFill>
                <a:latin typeface="NanumGothic"/>
              </a:defRPr>
            </a:pPr>
            <a:r>
              <a:t>제철밥상 플래너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560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2866B"/>
                </a:solidFill>
                <a:latin typeface="NanumGothic"/>
              </a:defRPr>
            </a:pPr>
            <a:r>
              <a:t>제철 식재료와 가격을 이해하는 AI 장보기 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E3028"/>
                </a:solidFill>
                <a:latin typeface="NanumGothic"/>
              </a:defRPr>
            </a:pPr>
            <a:r>
              <a:t>AI 네이티브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E3028"/>
                </a:solidFill>
                <a:latin typeface="NanumGothic"/>
              </a:defRPr>
            </a:pPr>
            <a:r>
              <a:t>일반 가정 사용자 · 요리교실 강사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제철이어도 지금 가격이 싼지 판단하기 어렵다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식단·가격·시장 기록·장바구니가 여러 서비스로 분리된다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요리교실 강사는 인원별 재료비 계산을 반복한다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두 명의 핵심 사용자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1차: 오늘 살 재료와 식단을 빠르게 결정하는 일반 가정 사용자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2차: 수업 인원과 예산에 맞춰 준비하는 요리교실 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공통 과업인 장보기 흐름을 공유하고 강사 기능만 확장한다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하나로 연결한 사용자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밥상 조건 선택 → 메뉴 추천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시장 사진·바코드·직접 입력 → 재료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장바구니 합계 → 강사 인원별 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75303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AI 질문 → 가격 근거 → 대화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따뜻하고 쉬운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크림색·테라코타색의 따뜻한 밥상 디자인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모바일 하단 탭과 큰 버튼으로 한 손 조작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복잡한 통계는 고급 화면으로 분리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시장 방문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사진 미리보기와 최대 3개 후보 중 사용자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바코드 샘플 조회와 숫자 직접 입력 대체 경로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채소·과일뿐 아니라 육류·수산물까지 포함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75303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운영형 Vision·OCR은 후속 개발로 명확히 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AI Agent 핵심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GPT가 11개 Function Calling 도구 중 필요한 도구를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가격·통계·품목·대체재·대화 기록을 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최대 3라운드 도구 실행 후 근거 기반 답변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AI 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RAG와 Long-term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구조화 데이터 검색 결과를 답변 컨텍스트에 주입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가격 판정은 서버 계산식으로 결정해 환각을 줄임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대화 전체 저장·불러오기·이어 묻기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시스템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Frontend: HTML·CSS·Vanilla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Backend: FastAPI·Pydantic·서비스/라우터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Data: Firestore·KAMIS·개발용 메모리 저장소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75303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AI: OpenAI GPT·Function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팀미션 요구사항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기획서·기능 요구사항·GitHub·발표자료·시연자료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AI Agent·검색 증강·Memory·자동화 워크플로우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생성형 AI 사용 표시·사진 비저장·사용자 최종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3분 시연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홈에서 문제와 사용자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밥상추천 → 시장담기 → 장바구니 → 강사모드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AI 질문으로 가격 근거와 대화 저장 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75303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GitHub README와 체크리스트로 구현 증거 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5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65337"/>
                </a:solidFill>
                <a:latin typeface="NanumGothic"/>
              </a:defRPr>
            </a:pPr>
            <a: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E3028"/>
                </a:solidFill>
                <a:latin typeface="NanumGothic"/>
              </a:defRPr>
            </a:pPr>
            <a:r>
              <a:t>성과와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사용자 흐름·AI 데이터 비서 구조·문서 패키지 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사진 인식은 사용자 확인형 프로토타입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16935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E3028"/>
                </a:solidFill>
                <a:latin typeface="NanumGothic"/>
              </a:defRPr>
            </a:pPr>
            <a:r>
              <a:t>• 상품 DB·OCR·사용자 인증·운영 모니터링은 후속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65337"/>
                </a:solidFill>
                <a:latin typeface="NanumGothic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5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8EE"/>
                </a:solidFill>
                <a:latin typeface="NanumGothic"/>
              </a:defRPr>
            </a:pPr>
            <a:r>
              <a:t>제철에서 한 끼까지,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8EE"/>
                </a:solidFill>
                <a:latin typeface="NanumGothic"/>
              </a:defRPr>
            </a:pPr>
            <a:r>
              <a:t>근거 있는 장보기를 돕습니다.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anumGothic"/>
              </a:defRPr>
            </a:pPr>
            <a:r>
              <a:t>제철밥상 플래너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EBDC"/>
                </a:solidFill>
                <a:latin typeface="NanumGothic"/>
              </a:defRPr>
            </a:pPr>
            <a:r>
              <a:t>제철 식재료와 가격을 이해하는 AI 장보기 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8EE"/>
                </a:solidFill>
                <a:latin typeface="NanumGothic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