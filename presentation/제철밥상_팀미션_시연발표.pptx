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c2711f6e054bf2" /><Relationship Type="http://schemas.openxmlformats.org/officeDocument/2006/relationships/extended-properties" Target="/docProps/app.xml" Id="Rbdcfe993dbad4853" /><Relationship Type="http://schemas.openxmlformats.org/officeDocument/2006/relationships/officeDocument" Target="/ppt/presentation.xml" Id="R7911010cc7214a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65e2ebcaf242f8"/>
  </p:sldMasterIdLst>
  <p:notesMasterIdLst>
    <p:notesMasterId xmlns:r="http://schemas.openxmlformats.org/officeDocument/2006/relationships" r:id="R91442c1ae96f4043"/>
  </p:notesMasterIdLst>
  <p:sldIdLst>
    <p:sldId xmlns:r="http://schemas.openxmlformats.org/officeDocument/2006/relationships" id="256" r:id="R038ceaa6f03a4fec"/>
    <p:sldId xmlns:r="http://schemas.openxmlformats.org/officeDocument/2006/relationships" id="257" r:id="Rf7e950eba81742e4"/>
    <p:sldId xmlns:r="http://schemas.openxmlformats.org/officeDocument/2006/relationships" id="258" r:id="R2f6c7254f020401d"/>
    <p:sldId xmlns:r="http://schemas.openxmlformats.org/officeDocument/2006/relationships" id="259" r:id="R5385fb1534244fe0"/>
    <p:sldId xmlns:r="http://schemas.openxmlformats.org/officeDocument/2006/relationships" id="260" r:id="R8838bc9159544531"/>
    <p:sldId xmlns:r="http://schemas.openxmlformats.org/officeDocument/2006/relationships" id="261" r:id="R92e717ad85a148e9"/>
    <p:sldId xmlns:r="http://schemas.openxmlformats.org/officeDocument/2006/relationships" id="262" r:id="R2e78f055fe3841bf"/>
    <p:sldId xmlns:r="http://schemas.openxmlformats.org/officeDocument/2006/relationships" id="263" r:id="R2b3bd769dbcd4c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45c0b41979419d" /><Relationship Type="http://schemas.openxmlformats.org/officeDocument/2006/relationships/slideMaster" Target="/ppt/slideMasters/slideMaster1.xml" Id="Ref65e2ebcaf242f8" /><Relationship Type="http://schemas.openxmlformats.org/officeDocument/2006/relationships/notesMaster" Target="/ppt/notesMasters/notesMaster1.xml" Id="R91442c1ae96f4043" /><Relationship Type="http://schemas.openxmlformats.org/officeDocument/2006/relationships/presProps" Target="/ppt/presProps.xml" Id="R28fd2f04fc5b4caa" /><Relationship Type="http://schemas.openxmlformats.org/officeDocument/2006/relationships/tableStyles" Target="/ppt/tableStyles.xml" Id="R27969dd240ef4d0d" /><Relationship Type="http://schemas.openxmlformats.org/officeDocument/2006/relationships/slide" Target="/ppt/slides/slide1.xml" Id="R038ceaa6f03a4fec" /><Relationship Type="http://schemas.openxmlformats.org/officeDocument/2006/relationships/slide" Target="/ppt/slides/slide2.xml" Id="Rf7e950eba81742e4" /><Relationship Type="http://schemas.openxmlformats.org/officeDocument/2006/relationships/slide" Target="/ppt/slides/slide3.xml" Id="R2f6c7254f020401d" /><Relationship Type="http://schemas.openxmlformats.org/officeDocument/2006/relationships/slide" Target="/ppt/slides/slide4.xml" Id="R5385fb1534244fe0" /><Relationship Type="http://schemas.openxmlformats.org/officeDocument/2006/relationships/slide" Target="/ppt/slides/slide5.xml" Id="R8838bc9159544531" /><Relationship Type="http://schemas.openxmlformats.org/officeDocument/2006/relationships/slide" Target="/ppt/slides/slide6.xml" Id="R92e717ad85a148e9" /><Relationship Type="http://schemas.openxmlformats.org/officeDocument/2006/relationships/slide" Target="/ppt/slides/slide7.xml" Id="R2e78f055fe3841bf" /><Relationship Type="http://schemas.openxmlformats.org/officeDocument/2006/relationships/slide" Target="/ppt/slides/slide8.xml" Id="R2b3bd769dbcd4c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b930958ee24f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1705ba3422494f" /><Relationship Type="http://schemas.openxmlformats.org/officeDocument/2006/relationships/notesMaster" Target="/ppt/notesMasters/notesMaster1.xml" Id="Rbdcd19fa48d440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8d3fb5641c4318" /><Relationship Type="http://schemas.openxmlformats.org/officeDocument/2006/relationships/notesMaster" Target="/ppt/notesMasters/notesMaster1.xml" Id="R18ed5b72e79e49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6e1ab48a5848d9" /><Relationship Type="http://schemas.openxmlformats.org/officeDocument/2006/relationships/notesMaster" Target="/ppt/notesMasters/notesMaster1.xml" Id="R93520c9ce2cf4e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5d140ea81242bb" /><Relationship Type="http://schemas.openxmlformats.org/officeDocument/2006/relationships/notesMaster" Target="/ppt/notesMasters/notesMaster1.xml" Id="Rca330f7ea08349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aefe9f20c44778" /><Relationship Type="http://schemas.openxmlformats.org/officeDocument/2006/relationships/notesMaster" Target="/ppt/notesMasters/notesMaster1.xml" Id="Rb1be8815449841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ab648cd55f4b84" /><Relationship Type="http://schemas.openxmlformats.org/officeDocument/2006/relationships/notesMaster" Target="/ppt/notesMasters/notesMaster1.xml" Id="R0ff4bdac8cc640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a60e79977540e0" /><Relationship Type="http://schemas.openxmlformats.org/officeDocument/2006/relationships/notesMaster" Target="/ppt/notesMasters/notesMaster1.xml" Id="R73241b6d676a47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5701c9903c4112" /><Relationship Type="http://schemas.openxmlformats.org/officeDocument/2006/relationships/notesMaster" Target="/ppt/notesMasters/notesMaster1.xml" Id="R4c509254e7f74b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352b4853144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d01f1581f847e1" /><Relationship Type="http://schemas.openxmlformats.org/officeDocument/2006/relationships/slideLayout" Target="/ppt/slideLayouts/slideLayout1.xml" Id="R0afe8568eb5d43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e8568eb5d43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361183f504b69" /><Relationship Type="http://schemas.openxmlformats.org/officeDocument/2006/relationships/notesSlide" Target="/ppt/notesSlides/notesSlide1.xml" Id="R639a87969f7944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b5eab84624bae" /><Relationship Type="http://schemas.openxmlformats.org/officeDocument/2006/relationships/notesSlide" Target="/ppt/notesSlides/notesSlide2.xml" Id="R3a42bedee29a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94d95a9e44a32" /><Relationship Type="http://schemas.openxmlformats.org/officeDocument/2006/relationships/notesSlide" Target="/ppt/notesSlides/notesSlide3.xml" Id="R1965eccd6a8948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efad2535846eb" /><Relationship Type="http://schemas.openxmlformats.org/officeDocument/2006/relationships/notesSlide" Target="/ppt/notesSlides/notesSlide4.xml" Id="R5ac5d6cecad746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a72e2445b49b8" /><Relationship Type="http://schemas.openxmlformats.org/officeDocument/2006/relationships/notesSlide" Target="/ppt/notesSlides/notesSlide5.xml" Id="Rf45b7d6af8fe4f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d8fca77b944eb" /><Relationship Type="http://schemas.openxmlformats.org/officeDocument/2006/relationships/notesSlide" Target="/ppt/notesSlides/notesSlide6.xml" Id="R43d0895ef18642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d8152037841f6" /><Relationship Type="http://schemas.openxmlformats.org/officeDocument/2006/relationships/notesSlide" Target="/ppt/notesSlides/notesSlide7.xml" Id="R5f93a58a96e645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9555704a84f65" /><Relationship Type="http://schemas.openxmlformats.org/officeDocument/2006/relationships/notesSlide" Target="/ppt/notesSlides/notesSlide8.xml" Id="R2628bd1c666945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9DAEF-E196-416E-9032-AD7DE0E0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제철밥상 플래너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1719D-6755-4B5D-B304-2C3D1753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가격 데이터와 AI로 만드는 우리 집 제철 장보기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52BF8-89CB-41EB-9EDC-C5909AA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E7D4"/>
          </a:solidFill>
          <a:ln xmlns:a="http://schemas.openxmlformats.org/drawingml/2006/main" w="9525">
            <a:solidFill>
              <a:srgbClr val="F7E7D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8C1A1-2CA9-4903-890A-0D574CE5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C3027"/>
                </a:solidFill>
                <a:latin typeface="Arial"/>
                <a:ea typeface="Arial"/>
                <a:cs typeface="Arial"/>
              </a:rPr>
              <a:t>일반 가정 사용자가</a:t>
            </a:r>
          </a:p>
          <a:p xmlns:a="http://schemas.openxmlformats.org/drawingml/2006/main">
            <a:pPr>
              <a:defRPr sz="1650" b="1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C3027"/>
                </a:solidFill>
                <a:latin typeface="Arial"/>
                <a:ea typeface="Arial"/>
                <a:cs typeface="Arial"/>
              </a:rPr>
              <a:t>오늘의 식단과 장보기 결정을 쉽게 하도록 돕습니다.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C9A61-6D21-4B5C-8D43-713D6AE3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팀미션 · AI 응용 학습 · Final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CE379-E587-45DA-963B-049B5474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제철밥상 플래너 2.0  ·  팀미션 시연자료  1</a:t>
            </a:r>
          </a:p>
        </p:txBody>
      </p:sp>
    </p:spTree>
    <p:extLst>
      <p:ext uri="{BB962C8B-B14F-4D97-AF65-F5344CB8AC3E}">
        <p14:creationId xmlns:p14="http://schemas.microsoft.com/office/powerpoint/2010/main" val="775116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E1610-0E20-428B-A48B-C64DC391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문제와 사용자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EA5C3-7334-400E-818C-499000F2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가격 정보는 흩어져 있고, 장보기 결정은 매번 새로 해야 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3067F-81FC-4E32-9DF7-7B919A22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9093B-9DF3-407F-B945-54265F43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일반 가정 사용자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AFBD0-938C-4E2D-A659-B5CAC3B0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이번 주 식단을 정하고</a:t>
            </a:r>
          </a:p>
          <a:p xmlns:a="http://schemas.openxmlformats.org/drawingml/2006/main">
            <a:pPr>
              <a:defRPr sz="165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예산 안에서 장을 보고 싶다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613A2-AB79-42D1-9D32-3F0AA12A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9F82E-CE36-4566-8DE1-42A85572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시장 방문 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7A9C5-F3CF-4245-A351-F2878DBF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재료를 확인하고</a:t>
            </a:r>
          </a:p>
          <a:p xmlns:a="http://schemas.openxmlformats.org/drawingml/2006/main">
            <a:pPr>
              <a:defRPr sz="165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실제 가격을 바로 기록하고 싶다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BFCF2-B41A-4FE9-B8ED-A0C2EF1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67216-F991-4461-80AB-E7E79891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요리교실 강사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73F82-8E25-45F2-9899-53B40D8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인원·예산에 맞는</a:t>
            </a:r>
          </a:p>
          <a:p xmlns:a="http://schemas.openxmlformats.org/drawingml/2006/main">
            <a:pPr>
              <a:defRPr sz="165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수업용 식단을 만들고 싶다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0E0E3-0185-42DD-976A-92974996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제철밥상 플래너 2.0  ·  팀미션 시연자료  2</a:t>
            </a:r>
          </a:p>
        </p:txBody>
      </p:sp>
    </p:spTree>
    <p:extLst>
      <p:ext uri="{BB962C8B-B14F-4D97-AF65-F5344CB8AC3E}">
        <p14:creationId xmlns:p14="http://schemas.microsoft.com/office/powerpoint/2010/main" val="166242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B96FB-6FAA-412E-A66D-CB408876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사용자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863D9-AAC7-41C2-BC65-7F56E9AC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복잡한 분석 기능을 사용자의 행동 순서에 맞춰 나눕니다.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8264E-906A-4F24-9730-B87B0D46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28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A2193-91B1-4C5A-B0D7-C786C237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02757-51EE-4A02-8870-CCB9F30E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E53FF-9083-41DD-833A-92C11D5A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제철 재료와</a:t>
            </a:r>
          </a:p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가격 판정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F9AFF-BCE9-4F46-8466-E744CD4F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28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9548A-87B0-42A1-B719-E1D5329C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305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FAF6C-A050-466E-9BFD-7EB1F207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05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식단 만들기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523FB-A554-497F-BCED-4A6AF23B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인원·예산·시간</a:t>
            </a:r>
          </a:p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조건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43508-3DA0-4409-B6AF-224AB11F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28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DB3A5-3951-4775-B988-C3E65F37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4560E-3BFA-4D41-A42A-AEA82A2B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05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장바구니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66DD6-3A83-4E16-A260-6FCEB8E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수량과 예상 비용</a:t>
            </a:r>
          </a:p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자동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A8BD3-3041-4967-8C20-8E5FF825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28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E7D4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0B0E2-4752-44C5-AE4C-E9C8C541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05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4020D-1931-4C86-831D-1BDC4287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05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시장 방문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654BC-03D7-4BA8-9470-439008B6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사진·바코드·가격</a:t>
            </a:r>
          </a:p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기록 후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F909C-A086-43A7-B578-CEB148E3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제철밥상 플래너 2.0  ·  팀미션 시연자료  3</a:t>
            </a:r>
          </a:p>
        </p:txBody>
      </p:sp>
    </p:spTree>
    <p:extLst>
      <p:ext uri="{BB962C8B-B14F-4D97-AF65-F5344CB8AC3E}">
        <p14:creationId xmlns:p14="http://schemas.microsoft.com/office/powerpoint/2010/main" val="1725602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5D4CA-654F-442D-9DD6-B0213E5E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시장 방문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B5350-AC5A-45AB-998F-B6D2568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사진·바코드·직접 입력을 하나의 확인 흐름으로 묶습니다.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37FE2-C8F1-4425-881C-809AE275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2D544-D18F-4930-AD2A-C36BC0B1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① 인식 방법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ABF33-5CB6-49B9-8BFF-D96AA93C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📷 재료 사진</a:t>
            </a:r>
          </a:p>
          <a:p xmlns:a="http://schemas.openxmlformats.org/drawingml/2006/main">
            <a:pPr>
              <a:defRPr sz="18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▣ 바코드 스캔</a:t>
            </a:r>
          </a:p>
          <a:p xmlns:a="http://schemas.openxmlformats.org/drawingml/2006/main">
            <a:pPr>
              <a:defRPr sz="18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✎ 직접 가격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12F4C-1A80-41DE-92FA-1C546CE7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ECF00-AE71-41D9-AD26-670F77CC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② 저장 전 사용자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F258F-CD50-41FE-B3CD-3A7CA8EC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재료명   애호박</a:t>
            </a:r>
          </a:p>
          <a:p xmlns:a="http://schemas.openxmlformats.org/drawingml/2006/main">
            <a:pPr>
              <a:defRPr sz="165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중량     2개</a:t>
            </a:r>
          </a:p>
          <a:p xmlns:a="http://schemas.openxmlformats.org/drawingml/2006/main">
            <a:pPr>
              <a:defRPr sz="165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판매가격 3,000원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[수정하기]   [장바구니에 담기]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B9700-FA12-4820-BA9C-0D3F3708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제철밥상 플래너 2.0  ·  팀미션 시연자료  4</a:t>
            </a:r>
          </a:p>
        </p:txBody>
      </p:sp>
    </p:spTree>
    <p:extLst>
      <p:ext uri="{BB962C8B-B14F-4D97-AF65-F5344CB8AC3E}">
        <p14:creationId xmlns:p14="http://schemas.microsoft.com/office/powerpoint/2010/main" val="480902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A2391-16C5-47FB-8DCF-5BECA1F6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사진·바코드 데이터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95A1F-5897-4722-87F3-4D71AF8C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인식 결과는 근거와 함께 보여주고 사용자가 확정합니다.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04899-AA47-489F-89E3-035F0328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E7D4"/>
          </a:solidFill>
          <a:ln xmlns:a="http://schemas.openxmlformats.org/drawingml/2006/main" w="9525">
            <a:solidFill>
              <a:srgbClr val="F7E7D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C9BD0-2671-4702-9C5E-88B05103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사진 인식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F51AF-783C-4EE1-A5E8-05FF66BA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재료 후보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인식 신뢰도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품목·품종 확인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가격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58375-529B-4CE4-BAE1-E7B0C473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8432D-5244-4EA1-9F36-A6E6FD96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바코드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4477B-C476-4F87-92A8-44A09FC3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상품명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제조사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중량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단위가격 환산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AB212-79CA-4C9D-A69E-FCA03BBD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3FD15-672B-4245-BF67-D49154A8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공통 안전장치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D9EE1-8D6C-4B9B-BE2C-75602E0C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6225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사용자 수정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KAMIS 평균 비교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장바구니 저장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오류 시 직접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CF717-246D-4C1A-BFD7-7F8A8889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제철밥상 플래너 2.0  ·  팀미션 시연자료  5</a:t>
            </a:r>
          </a:p>
        </p:txBody>
      </p:sp>
    </p:spTree>
    <p:extLst>
      <p:ext uri="{BB962C8B-B14F-4D97-AF65-F5344CB8AC3E}">
        <p14:creationId xmlns:p14="http://schemas.microsoft.com/office/powerpoint/2010/main" val="3338372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3B183-5046-4646-B405-2888CA78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AI Agent와 데이터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3CD56-1622-4FAA-9EC0-C1ABB611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기존 FastAPI·서비스 모듈을 일반 사용자 흐름에 연결합니다.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03847-7EBE-4DBD-9273-F99A52EC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D4F14-F437-4950-8C2E-88F9A1EF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Planning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A5912-8268-40AF-A502-3C25E587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인원·예산·시간을 해석하고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식단과 장보기 목록을 구성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25FD1-038E-4CFB-8F99-F1A3B55B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1ADA9-BBEE-4791-9599-E8267621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Coaching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D9EBB-C2D2-4F1B-BAF0-13A2F6CA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09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가격 변화·제철 여부·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대체 재료를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524C5-3FB2-48F8-A630-308CE874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E7D4"/>
          </a:solidFill>
          <a:ln xmlns:a="http://schemas.openxmlformats.org/drawingml/2006/main" w="9525">
            <a:solidFill>
              <a:srgbClr val="F7E7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8F007-11EF-4C21-9E22-0A057BCB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RAG +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B3923-EB7A-40C3-A0DA-C3F5E7A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09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식재료 지식과 가격 근거 검색</a:t>
            </a:r>
          </a:p>
          <a:p xmlns:a="http://schemas.openxmlformats.org/drawingml/2006/main">
            <a:pPr>
              <a:defRPr sz="1500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사용자 식단·선호·장바구니 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3FCA2-E584-444F-95DD-08EDB550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제철밥상 플래너 2.0  ·  팀미션 시연자료  6</a:t>
            </a:r>
          </a:p>
        </p:txBody>
      </p:sp>
    </p:spTree>
    <p:extLst>
      <p:ext uri="{BB962C8B-B14F-4D97-AF65-F5344CB8AC3E}">
        <p14:creationId xmlns:p14="http://schemas.microsoft.com/office/powerpoint/2010/main" val="377847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3D95A-EC89-4BC8-B02A-DBC4A182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팀미션 적합성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BD29D-9804-4B43-BFA5-721C85AA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현재 프로젝트는 기능 기반은 적합하며, 최종 제출 전 보완이 필요합니다.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E7936-48C3-45BE-9DC8-4E8C1D07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AI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D14C3-041E-49DB-B8F8-2EA89E4E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계획·추천·코칭 서비스 존재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85308-4FE7-4A18-A362-6A465053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D9B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9B72"/>
                </a:solidFill>
                <a:latin typeface="Arial"/>
                <a:ea typeface="Arial"/>
                <a:cs typeface="Arial"/>
              </a:rPr>
              <a:t>적합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9F97D-EA5E-41F2-8E61-18AA05AD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8744B-AC57-47F3-9B6F-C61C7095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가격·식재료 데이터 주입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13EC3-1248-4748-84B3-D33AC949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조건부 적합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0B77B-FFCB-4B21-BC34-AD4334DD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Long-term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DC97E-846A-49D3-9185-F1F92D2C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대화 저장 API 존재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101F8-9001-4E4D-BA02-4D03D1A7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86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조건부 적합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4D6DB-4D0C-464C-BE4E-AF4C8077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Frontend /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7C6ED-A09F-4027-A740-72D27489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719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HTML·CSS·JS + 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A2B1B-E15B-4002-851D-48C0E532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71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D9B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9B72"/>
                </a:solidFill>
                <a:latin typeface="Arial"/>
                <a:ea typeface="Arial"/>
                <a:cs typeface="Arial"/>
              </a:rPr>
              <a:t>적합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666CC-9E7A-41E3-85D0-6B5989F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문서·시연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168E4-9832-41CC-BBAC-595B0286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README·결과보고서·시연자료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23449-FA58-4F67-B91C-67036045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57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조건부 적합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82881-59A2-4B9F-ACF6-470184BE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제철밥상 플래너 2.0  ·  팀미션 시연자료  7</a:t>
            </a:r>
          </a:p>
        </p:txBody>
      </p:sp>
    </p:spTree>
    <p:extLst>
      <p:ext uri="{BB962C8B-B14F-4D97-AF65-F5344CB8AC3E}">
        <p14:creationId xmlns:p14="http://schemas.microsoft.com/office/powerpoint/2010/main" val="516838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1129B-67CF-44BA-AE52-E0C8077E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구현 우선순위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8D513-151B-47A6-AE46-C68A5886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실제 시연에서 사용자가 끝까지 성공하는 흐름을 먼저 완성합니다.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E1147-FC39-415E-B3FC-676F1399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E7D4"/>
          </a:solidFill>
          <a:ln xmlns:a="http://schemas.openxmlformats.org/drawingml/2006/main" w="9525">
            <a:solidFill>
              <a:srgbClr val="F7E7D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702F2-B42E-4310-A2E7-9B9D9DAB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1차 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F296B-E875-4C04-A4D0-5076F9AD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홈 · 식단 만들기 · 장바구니</a:t>
            </a:r>
          </a:p>
          <a:p xmlns:a="http://schemas.openxmlformats.org/drawingml/2006/main">
            <a:pPr>
              <a:defRPr sz="15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시장 방문 사진·바코드·직접 입력</a:t>
            </a:r>
          </a:p>
          <a:p xmlns:a="http://schemas.openxmlformats.org/drawingml/2006/main">
            <a:pPr>
              <a:defRPr sz="15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가격 비교와 대체 재료</a:t>
            </a:r>
          </a:p>
          <a:p xmlns:a="http://schemas.openxmlformats.org/drawingml/2006/main">
            <a:pPr>
              <a:defRPr sz="15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모바일 반응형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0529D-C7F0-40A2-A1FC-7ED17BE0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565D5-AEAA-43F1-8EA2-DB11C69D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553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55335"/>
                </a:solidFill>
                <a:latin typeface="Arial"/>
                <a:ea typeface="Arial"/>
                <a:cs typeface="Arial"/>
              </a:rPr>
              <a:t>제출 전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A21B4-CC11-408A-9807-E46F11D0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14625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실제 2년 가격 데이터</a:t>
            </a:r>
          </a:p>
          <a:p xmlns:a="http://schemas.openxmlformats.org/drawingml/2006/main">
            <a:pPr>
              <a:defRPr sz="15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날짜·품목별 중앙값 집계</a:t>
            </a:r>
          </a:p>
          <a:p xmlns:a="http://schemas.openxmlformats.org/drawingml/2006/main">
            <a:pPr>
              <a:defRPr sz="15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인증키·서비스 계정 제거</a:t>
            </a:r>
          </a:p>
          <a:p xmlns:a="http://schemas.openxmlformats.org/drawingml/2006/main">
            <a:pPr>
              <a:defRPr sz="15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실제 배포 URL·시연 화면</a:t>
            </a:r>
          </a:p>
          <a:p xmlns:a="http://schemas.openxmlformats.org/drawingml/2006/main">
            <a:pPr>
              <a:defRPr sz="1575" b="0">
                <a:solidFill>
                  <a:srgbClr val="3C30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C3027"/>
                </a:solidFill>
                <a:latin typeface="Arial"/>
                <a:ea typeface="Arial"/>
                <a:cs typeface="Arial"/>
              </a:rPr>
              <a:t>사용자별 기억과 권한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5440B-3626-403E-A106-D706D182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06F6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6F61"/>
                </a:solidFill>
                <a:latin typeface="Arial"/>
                <a:ea typeface="Arial"/>
                <a:cs typeface="Arial"/>
              </a:rPr>
              <a:t>제철밥상 플래너 2.0  ·  팀미션 시연자료  8</a:t>
            </a:r>
          </a:p>
        </p:txBody>
      </p:sp>
    </p:spTree>
    <p:extLst>
      <p:ext uri="{BB962C8B-B14F-4D97-AF65-F5344CB8AC3E}">
        <p14:creationId xmlns:p14="http://schemas.microsoft.com/office/powerpoint/2010/main" val="2037939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2026-09-10T04:29:14.1650000Z</dcterms:created>
  <dcterms:modified xsi:type="dcterms:W3CDTF">2026-09-10T04:29:14.1650000Z</dcterms:modified>
</coreProperties>
</file>